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937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8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58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4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42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50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88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8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85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88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28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6AFB9DB-1533-4340-A9BD-B72D7E328EC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7BAAFE6-F75D-4178-9EAD-55D9BBAD0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5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A4CA4-66D0-CEEE-014B-9619C002A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1316"/>
            <a:ext cx="10515600" cy="4495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		</a:t>
            </a:r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Event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6000" b="1" dirty="0">
                <a:latin typeface="Algerian" panose="04020705040A02060702" pitchFamily="82" charset="0"/>
              </a:rPr>
              <a:t>Management</a:t>
            </a:r>
          </a:p>
          <a:p>
            <a:pPr marL="0" indent="0">
              <a:buNone/>
            </a:pPr>
            <a:r>
              <a:rPr lang="en-US" sz="2400" b="1" dirty="0">
                <a:latin typeface="Algerian" panose="04020705040A02060702" pitchFamily="82" charset="0"/>
              </a:rPr>
              <a:t>			         Team</a:t>
            </a:r>
            <a:r>
              <a:rPr lang="en-US" sz="2400" b="1" dirty="0">
                <a:latin typeface="Bahnschrift Condensed" panose="020B0502040204020203" pitchFamily="34" charset="0"/>
              </a:rPr>
              <a:t> </a:t>
            </a:r>
            <a:r>
              <a:rPr lang="en-US" sz="2400" b="1" dirty="0">
                <a:latin typeface="Algerian" panose="04020705040A02060702" pitchFamily="82" charset="0"/>
              </a:rPr>
              <a:t>Name :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SparkSquad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2400" b="1" dirty="0">
                <a:latin typeface="Algerian" panose="04020705040A02060702" pitchFamily="82" charset="0"/>
              </a:rPr>
              <a:t>						</a:t>
            </a:r>
            <a:r>
              <a:rPr lang="en-US" b="1" dirty="0">
                <a:latin typeface="Algerian" panose="04020705040A02060702" pitchFamily="82" charset="0"/>
              </a:rPr>
              <a:t>  </a:t>
            </a:r>
            <a:r>
              <a:rPr lang="en-US" b="1" u="sng" dirty="0">
                <a:latin typeface="Bahnschrift Condensed" panose="020B0502040204020203" pitchFamily="34" charset="0"/>
              </a:rPr>
              <a:t>Team Members</a:t>
            </a:r>
            <a:r>
              <a:rPr lang="en-US" b="1" dirty="0">
                <a:latin typeface="Algerian" panose="04020705040A02060702" pitchFamily="82" charset="0"/>
              </a:rPr>
              <a:t>	</a:t>
            </a:r>
          </a:p>
          <a:p>
            <a:pPr marL="0" indent="0">
              <a:buNone/>
            </a:pPr>
            <a:r>
              <a:rPr lang="en-US" sz="2400" b="1" dirty="0">
                <a:latin typeface="Algerian" panose="04020705040A02060702" pitchFamily="82" charset="0"/>
              </a:rPr>
              <a:t>							</a:t>
            </a:r>
            <a:r>
              <a:rPr lang="en-US" sz="2000" b="1" dirty="0" err="1">
                <a:latin typeface="Bahnschrift Condensed" panose="020B0502040204020203" pitchFamily="34" charset="0"/>
              </a:rPr>
              <a:t>B.Sai</a:t>
            </a:r>
            <a:r>
              <a:rPr lang="en-US" sz="2000" b="1" dirty="0">
                <a:latin typeface="Bahnschrift Condensed" panose="020B0502040204020203" pitchFamily="34" charset="0"/>
              </a:rPr>
              <a:t> Durga Rao (22A51A1205)</a:t>
            </a:r>
          </a:p>
          <a:p>
            <a:pPr marL="0" indent="0">
              <a:buNone/>
            </a:pPr>
            <a:r>
              <a:rPr lang="en-US" sz="2000" b="1" dirty="0">
                <a:latin typeface="Bahnschrift Condensed" panose="020B0502040204020203" pitchFamily="34" charset="0"/>
              </a:rPr>
              <a:t>							</a:t>
            </a:r>
            <a:r>
              <a:rPr lang="en-US" sz="2000" b="1" dirty="0" err="1">
                <a:latin typeface="Bahnschrift Condensed" panose="020B0502040204020203" pitchFamily="34" charset="0"/>
              </a:rPr>
              <a:t>B.Nikhitha</a:t>
            </a:r>
            <a:r>
              <a:rPr lang="en-US" sz="2000" b="1" dirty="0">
                <a:latin typeface="Bahnschrift Condensed" panose="020B0502040204020203" pitchFamily="34" charset="0"/>
              </a:rPr>
              <a:t> (22A51A1210)</a:t>
            </a:r>
          </a:p>
          <a:p>
            <a:pPr marL="0" indent="0">
              <a:buNone/>
            </a:pPr>
            <a:r>
              <a:rPr lang="en-US" sz="2000" b="1" dirty="0">
                <a:latin typeface="Bahnschrift Condensed" panose="020B0502040204020203" pitchFamily="34" charset="0"/>
              </a:rPr>
              <a:t>							</a:t>
            </a:r>
            <a:r>
              <a:rPr lang="en-US" sz="2000" b="1" dirty="0" err="1">
                <a:latin typeface="Bahnschrift Condensed" panose="020B0502040204020203" pitchFamily="34" charset="0"/>
              </a:rPr>
              <a:t>S.Praneetha</a:t>
            </a:r>
            <a:r>
              <a:rPr lang="en-US" sz="2000" b="1" dirty="0">
                <a:latin typeface="Bahnschrift Condensed" panose="020B0502040204020203" pitchFamily="34" charset="0"/>
              </a:rPr>
              <a:t> (22A51A1255)</a:t>
            </a:r>
          </a:p>
          <a:p>
            <a:pPr marL="0" indent="0">
              <a:buNone/>
            </a:pPr>
            <a:r>
              <a:rPr lang="en-US" sz="2000" b="1" dirty="0">
                <a:latin typeface="Bahnschrift Condensed" panose="020B0502040204020203" pitchFamily="34" charset="0"/>
              </a:rPr>
              <a:t>							</a:t>
            </a:r>
            <a:r>
              <a:rPr lang="en-US" sz="2000" b="1" dirty="0" err="1">
                <a:latin typeface="Bahnschrift Condensed" panose="020B0502040204020203" pitchFamily="34" charset="0"/>
              </a:rPr>
              <a:t>N.Pallavi</a:t>
            </a:r>
            <a:r>
              <a:rPr lang="en-US" sz="2000" b="1" dirty="0">
                <a:latin typeface="Bahnschrift Condensed" panose="020B0502040204020203" pitchFamily="34" charset="0"/>
              </a:rPr>
              <a:t> (22A51A1243)</a:t>
            </a:r>
            <a:endParaRPr lang="en-IN" sz="2000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ADDB-213E-9D95-8A3E-D8D989DA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Bahnschrift Condensed" panose="020B0502040204020203" pitchFamily="34" charset="0"/>
              </a:rPr>
              <a:t>Problem</a:t>
            </a:r>
            <a:r>
              <a:rPr lang="en-US" b="1" dirty="0">
                <a:latin typeface="Bahnschrift Condensed" panose="020B0502040204020203" pitchFamily="34" charset="0"/>
              </a:rPr>
              <a:t> Statement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5D113-3F7D-26FA-6016-4242E690B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4941"/>
            <a:ext cx="5159477" cy="41220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Managing large-scale events involves complex tasks like coordinating vendors, communicating with team members, managing budgets, and ensuring a great attendee experience. Event organizers face challenges like last-minute changes and unexpected issues. An adaptable event management solution is essential to streamline these processes, enhance collaboration, and ensure event success from planning to execution.</a:t>
            </a:r>
            <a:endParaRPr lang="en-IN" sz="2000" dirty="0"/>
          </a:p>
        </p:txBody>
      </p:sp>
      <p:pic>
        <p:nvPicPr>
          <p:cNvPr id="2050" name="Picture 2" descr="Angry businessman about to throw laptop">
            <a:extLst>
              <a:ext uri="{FF2B5EF4-FFF2-40B4-BE49-F238E27FC236}">
                <a16:creationId xmlns:a16="http://schemas.microsoft.com/office/drawing/2014/main" id="{B6582F88-9F93-A7BE-8B03-2058AFEBB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643" y="2054941"/>
            <a:ext cx="4715177" cy="314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99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56B8-A274-E03B-64B7-91326F9F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73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accent5">
                    <a:lumMod val="50000"/>
                  </a:schemeClr>
                </a:solidFill>
              </a:rPr>
              <a:t>Solution</a:t>
            </a:r>
            <a:endParaRPr lang="en-IN" sz="4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4403F-C2FB-C60D-C098-421D84353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2" y="2644877"/>
            <a:ext cx="5837904" cy="312896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Use centralized event management software to handle planning, scheduling, and communication. Automate emails and reminders, track budgets, and manage risks. Engage attendees with interactive tools and analytics. Incorporate eco-friendly practices and train staff on new technologies for a smooth event execution.</a:t>
            </a:r>
            <a:endParaRPr lang="en-IN" sz="2000" dirty="0"/>
          </a:p>
        </p:txBody>
      </p:sp>
      <p:pic>
        <p:nvPicPr>
          <p:cNvPr id="3074" name="Picture 2" descr="Medium shot happy lawyer talking on the phone">
            <a:extLst>
              <a:ext uri="{FF2B5EF4-FFF2-40B4-BE49-F238E27FC236}">
                <a16:creationId xmlns:a16="http://schemas.microsoft.com/office/drawing/2014/main" id="{42EFA6E1-5093-85B9-26A0-A357F29D3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277" y="1978357"/>
            <a:ext cx="4943169" cy="360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17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C835-9398-BF24-D3E0-2EA0AE4F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App</a:t>
            </a:r>
            <a:r>
              <a:rPr lang="en-US" b="1" dirty="0"/>
              <a:t>roach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FDD6-DC5E-D7D9-5B43-AED8DF5EC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5381"/>
            <a:ext cx="5434781" cy="3561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Managing large-scale events involves coordinating vendors, team communication, budget management, and delivering a great attendee experience. Event organizers face last-minute changes and unexpected issues. An adaptable event management solution streamlines processes, enhances collaboration, and ensures event success.</a:t>
            </a:r>
            <a:endParaRPr lang="en-IN" sz="2000" dirty="0"/>
          </a:p>
        </p:txBody>
      </p:sp>
      <p:pic>
        <p:nvPicPr>
          <p:cNvPr id="4098" name="Picture 2" descr="Chatbot concept background with mobile device">
            <a:extLst>
              <a:ext uri="{FF2B5EF4-FFF2-40B4-BE49-F238E27FC236}">
                <a16:creationId xmlns:a16="http://schemas.microsoft.com/office/drawing/2014/main" id="{D11FF644-C581-FDAB-BC38-EFF50DCFD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456" y="1976438"/>
            <a:ext cx="420052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42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E636-54DB-B94B-8776-18FA1756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89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1">
                    <a:lumMod val="50000"/>
                  </a:schemeClr>
                </a:solidFill>
              </a:rPr>
              <a:t>Technologies</a:t>
            </a:r>
            <a:r>
              <a:rPr lang="en-US" dirty="0"/>
              <a:t> </a:t>
            </a:r>
            <a:r>
              <a:rPr lang="en-US" b="1" dirty="0"/>
              <a:t>Used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FBAF6-2DE2-CCCA-7A77-76ADDE85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7322574" cy="435569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HTML provides the structure for the webpage, allowing you to define elements such as headings, paragraphs, forms, and links. </a:t>
            </a:r>
          </a:p>
          <a:p>
            <a:pPr algn="just"/>
            <a:r>
              <a:rPr lang="en-US" sz="2400" dirty="0"/>
              <a:t>CSS controls the presentation of HTML elements, enabling you to style text, images, buttons, and other elements. It ensures your website looks attractive and is consistent with your brand’s identity. </a:t>
            </a:r>
          </a:p>
          <a:p>
            <a:pPr algn="just"/>
            <a:r>
              <a:rPr lang="en-US" sz="2400" dirty="0"/>
              <a:t>JavaScript brings interactivity to the website. It allows users to interact with elements such as forms, buttons, and navigation menus dynamically. </a:t>
            </a:r>
            <a:endParaRPr lang="en-IN" sz="3600" dirty="0"/>
          </a:p>
        </p:txBody>
      </p:sp>
      <p:pic>
        <p:nvPicPr>
          <p:cNvPr id="1026" name="Picture 2" descr="HTML - Wikipedia">
            <a:extLst>
              <a:ext uri="{FF2B5EF4-FFF2-40B4-BE49-F238E27FC236}">
                <a16:creationId xmlns:a16="http://schemas.microsoft.com/office/drawing/2014/main" id="{3C508A56-028B-0ED0-8605-6A73FD61E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219" y="1417438"/>
            <a:ext cx="1897899" cy="189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SS logo and symbol, meaning, history, PNG">
            <a:extLst>
              <a:ext uri="{FF2B5EF4-FFF2-40B4-BE49-F238E27FC236}">
                <a16:creationId xmlns:a16="http://schemas.microsoft.com/office/drawing/2014/main" id="{FE0991E5-ADF0-256E-F3AF-E37F73B54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588" y="2703871"/>
            <a:ext cx="3871724" cy="217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Evolution of JavaScript: A Journey from ES1 to the Latest Version (Part  1)">
            <a:extLst>
              <a:ext uri="{FF2B5EF4-FFF2-40B4-BE49-F238E27FC236}">
                <a16:creationId xmlns:a16="http://schemas.microsoft.com/office/drawing/2014/main" id="{75ECC98B-2E3D-735E-CC85-24F992373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216" y="4788310"/>
            <a:ext cx="3598193" cy="202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09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02384-E745-51C7-39F6-059E497A7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215" y="1054663"/>
            <a:ext cx="5549091" cy="292248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AECFC-E917-2E57-4D72-77A6359D0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7" y="127818"/>
            <a:ext cx="6597444" cy="5675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Timeline 1: evening (0-8 Hours)</a:t>
            </a:r>
          </a:p>
          <a:p>
            <a:pPr marL="0" indent="0">
              <a:buNone/>
            </a:pPr>
            <a:r>
              <a:rPr lang="en-US" b="1" dirty="0"/>
              <a:t>   	  Plan:</a:t>
            </a:r>
            <a:r>
              <a:rPr lang="en-US" dirty="0"/>
              <a:t> Define website goals and key features.</a:t>
            </a:r>
          </a:p>
          <a:p>
            <a:pPr marL="0" indent="0">
              <a:buNone/>
            </a:pPr>
            <a:r>
              <a:rPr lang="en-US" b="1" dirty="0"/>
              <a:t>    	 Setup:</a:t>
            </a:r>
            <a:r>
              <a:rPr lang="en-US" dirty="0"/>
              <a:t> customize a template.</a:t>
            </a:r>
          </a:p>
          <a:p>
            <a:pPr marL="0" indent="0">
              <a:buNone/>
            </a:pPr>
            <a:r>
              <a:rPr lang="en-US" b="1" dirty="0"/>
              <a:t>   	  Design:</a:t>
            </a:r>
            <a:r>
              <a:rPr lang="en-US" dirty="0"/>
              <a:t> Create wireframes and basic layout.</a:t>
            </a:r>
          </a:p>
          <a:p>
            <a:pPr marL="0" indent="0">
              <a:buNone/>
            </a:pPr>
            <a:r>
              <a:rPr lang="en-US" b="1" dirty="0"/>
              <a:t>    	 Content:</a:t>
            </a:r>
            <a:r>
              <a:rPr lang="en-US" dirty="0"/>
              <a:t> Write main page content and gather images.</a:t>
            </a:r>
          </a:p>
          <a:p>
            <a:pPr marL="0" indent="0">
              <a:buNone/>
            </a:pPr>
            <a:r>
              <a:rPr lang="en-US" b="1" dirty="0"/>
              <a:t>Timeline 2: morning (9-16 Hours)</a:t>
            </a:r>
          </a:p>
          <a:p>
            <a:pPr marL="0" indent="0">
              <a:buNone/>
            </a:pPr>
            <a:r>
              <a:rPr lang="en-US" b="1" dirty="0"/>
              <a:t>    	  Develop:</a:t>
            </a:r>
            <a:r>
              <a:rPr lang="en-US" dirty="0"/>
              <a:t> Build main pages and set up navigation.</a:t>
            </a:r>
          </a:p>
          <a:p>
            <a:pPr marL="0" indent="0">
              <a:buNone/>
            </a:pPr>
            <a:r>
              <a:rPr lang="en-US" b="1" dirty="0"/>
              <a:t>      	Features:</a:t>
            </a:r>
            <a:r>
              <a:rPr lang="en-US" dirty="0"/>
              <a:t> Add event listings, calendars, and forms.</a:t>
            </a:r>
          </a:p>
          <a:p>
            <a:pPr marL="0" indent="0">
              <a:buNone/>
            </a:pPr>
            <a:r>
              <a:rPr lang="en-US" b="1" dirty="0"/>
              <a:t>    	  Style:</a:t>
            </a:r>
            <a:r>
              <a:rPr lang="en-US" dirty="0"/>
              <a:t> Fine-tune CSS and ensure responsiveness.</a:t>
            </a:r>
          </a:p>
          <a:p>
            <a:pPr marL="0" indent="0">
              <a:buNone/>
            </a:pPr>
            <a:r>
              <a:rPr lang="en-US" b="1" dirty="0"/>
              <a:t>Timeline 3: Afternoon (17-24 Hours)</a:t>
            </a:r>
          </a:p>
          <a:p>
            <a:pPr marL="0" indent="0">
              <a:buNone/>
            </a:pPr>
            <a:r>
              <a:rPr lang="en-US" b="1" dirty="0"/>
              <a:t>    	 Test:</a:t>
            </a:r>
            <a:r>
              <a:rPr lang="en-US" dirty="0"/>
              <a:t> Check the website on various devices and browsers.</a:t>
            </a:r>
          </a:p>
          <a:p>
            <a:pPr marL="0" indent="0">
              <a:buNone/>
            </a:pPr>
            <a:r>
              <a:rPr lang="en-US" b="1" dirty="0"/>
              <a:t>   	  Adjust:</a:t>
            </a:r>
            <a:r>
              <a:rPr lang="en-US" dirty="0"/>
              <a:t> Fix any issues and make final tweaks.</a:t>
            </a:r>
          </a:p>
          <a:p>
            <a:pPr marL="0" indent="0">
              <a:buNone/>
            </a:pPr>
            <a:r>
              <a:rPr lang="en-US" b="1" dirty="0"/>
              <a:t>    	 Launch:</a:t>
            </a:r>
            <a:r>
              <a:rPr lang="en-US" dirty="0"/>
              <a:t> Publish the website and share it.</a:t>
            </a:r>
          </a:p>
        </p:txBody>
      </p:sp>
    </p:spTree>
    <p:extLst>
      <p:ext uri="{BB962C8B-B14F-4D97-AF65-F5344CB8AC3E}">
        <p14:creationId xmlns:p14="http://schemas.microsoft.com/office/powerpoint/2010/main" val="418713211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</TotalTime>
  <Words>467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Narrow</vt:lpstr>
      <vt:lpstr>Bahnschrift Condensed</vt:lpstr>
      <vt:lpstr>Gill Sans MT</vt:lpstr>
      <vt:lpstr>Parcel</vt:lpstr>
      <vt:lpstr>PowerPoint Presentation</vt:lpstr>
      <vt:lpstr>Problem Statement</vt:lpstr>
      <vt:lpstr>Solution</vt:lpstr>
      <vt:lpstr>Approach</vt:lpstr>
      <vt:lpstr>Technologies Used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samanthula praneetha</dc:creator>
  <cp:lastModifiedBy>samanthula praneetha</cp:lastModifiedBy>
  <cp:revision>1</cp:revision>
  <dcterms:created xsi:type="dcterms:W3CDTF">2024-12-20T19:16:35Z</dcterms:created>
  <dcterms:modified xsi:type="dcterms:W3CDTF">2024-12-20T19:29:06Z</dcterms:modified>
</cp:coreProperties>
</file>